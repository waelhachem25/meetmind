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MeetMind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AI-Powered Meeting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Intelligent Transcription • Professional Minutes • Secure &amp; Scalable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👤 About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Developer</a:t>
            </a:r>
            <a:r>
              <a:rPr/>
              <a:t>: Wael Hachem</a:t>
            </a:r>
            <a:br/>
            <a:r>
              <a:rPr b="1"/>
              <a:t>Date</a:t>
            </a:r>
            <a:r>
              <a:rPr/>
              <a:t>: October 2025</a:t>
            </a:r>
            <a:br/>
            <a:r>
              <a:rPr b="1"/>
              <a:t>Duration</a:t>
            </a:r>
            <a:r>
              <a:rPr/>
              <a:t>: 4 weeks of development</a:t>
            </a:r>
            <a:br/>
            <a:r>
              <a:rPr b="1"/>
              <a:t>Status</a:t>
            </a:r>
            <a:r>
              <a:rPr/>
              <a:t>: ✅ Production-Ready</a:t>
            </a:r>
          </a:p>
          <a:p>
            <a:pPr lvl="0" indent="0" marL="0">
              <a:buNone/>
            </a:pPr>
            <a:r>
              <a:rPr b="1"/>
              <a:t>Technologies</a:t>
            </a:r>
            <a:r>
              <a:rPr/>
              <a:t>: - Backend: .NET 9.0, C#, SQL Server - Frontend: React 19, TypeScript, Vite - AI: Azure Whisper (Speech-to-Text), Custom NLP - Cloud: Azure Blob Storage, Hangfire Background Jobs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Organizations Face Meeting Challenges: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Lost Information</a:t>
            </a:r>
            <a:br/>
            <a:r>
              <a:rPr/>
              <a:t>- Important discussions forgotten after meetings</a:t>
            </a:r>
            <a:br/>
            <a:r>
              <a:rPr/>
              <a:t>- Action items not tracked</a:t>
            </a:r>
            <a:br/>
            <a:r>
              <a:rPr/>
              <a:t>- Decisions not documented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Manual Note-Taking</a:t>
            </a:r>
            <a:br/>
            <a:r>
              <a:rPr/>
              <a:t>- Distracts from participation</a:t>
            </a:r>
            <a:br/>
            <a:r>
              <a:rPr/>
              <a:t>- Incomplete or inaccurate notes</a:t>
            </a:r>
            <a:br/>
            <a:r>
              <a:rPr/>
              <a:t>- Time-consuming to write up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 Accountability</a:t>
            </a:r>
            <a:br/>
            <a:r>
              <a:rPr/>
              <a:t>- Unclear task assignments</a:t>
            </a:r>
            <a:br/>
            <a:r>
              <a:rPr/>
              <a:t>- Missed deadlines</a:t>
            </a:r>
            <a:br/>
            <a:r>
              <a:rPr/>
              <a:t>- No follow-up system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Wasted time, miscommunication, and missed opportunities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The Solution: MeetMind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Meeting Intelligence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Record &amp; Upload</a:t>
            </a:r>
            <a:br/>
            <a:r>
              <a:rPr/>
              <a:t>Upload meeting audio files (MP3, WAV, M4A)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Automatic Transcription</a:t>
            </a:r>
            <a:br/>
            <a:r>
              <a:rPr/>
              <a:t>Azure Whisper AI converts speech to text with high accuracy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AI-Generated Minutes</a:t>
            </a:r>
            <a:br/>
            <a:r>
              <a:rPr/>
              <a:t>Intelligent extraction of: - Meeting agenda - Key points &amp; decisions</a:t>
            </a:r>
            <a:br/>
            <a:r>
              <a:rPr/>
              <a:t>- Action items with real person assignments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Professional Documentation</a:t>
            </a:r>
            <a:br/>
            <a:r>
              <a:rPr/>
              <a:t>Export to PDF, edit transcripts, track completion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┌─────────────────────────────────────────────────┐
│         USER (Browser)                          │
│         Beautiful React Interface               │
└────────────────┬────────────────────────────────┘
                 │ HTTPS/REST API
                 ▼
┌─────────────────────────────────────────────────┐
│         .NET WEB API                            │
│  ┌─────────────────────────────────────────┐   │
│  │ Authentication (JWT + Email Verify)     │   │
│  │ Meeting Management (CRUD)               │   │
│  │ File Upload &amp; Processing                │   │
│  └─────────────────────────────────────────┘   │
└────────────┬─────────────────┬──────────────────┘
             │                 │
    ┌────────▼────────┐  ┌────▼──────────────────┐
    │  SQL Server     │  │  Azure Blob Storage   │
    │  - Users        │  │  - Audio Files        │
    │  - Meetings     │  │  - Large Files        │
    │  - Transcripts  │  └───────────────────────┘
    │  - Minutes      │
    │  - Action Items │
    └─────────────────┘
┌─────────────────────────────────────────────────┐
│     BACKGROUND PROCESSING (Hangfire)            │
│  ┌─────────────┐        ┌──────────────┐       │
│  │ Whisper AI  │  →     │  NLP Engine  │       │
│  │ Transcribe  │        │  Extract     │       │
│  │ (2-3 min)   │        │  Minutes     │       │
│  └─────────────┘        └──────────────┘       │
└─────────────────────────────────────────────────┘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Secure Authentication 🔐</a:t>
            </a:r>
          </a:p>
          <a:p>
            <a:pPr lvl="0"/>
            <a:r>
              <a:rPr/>
              <a:t>User registration with email verification</a:t>
            </a:r>
          </a:p>
          <a:p>
            <a:pPr lvl="0"/>
            <a:r>
              <a:rPr/>
              <a:t>BCrypt password hashing (industry standard)</a:t>
            </a:r>
          </a:p>
          <a:p>
            <a:pPr lvl="0"/>
            <a:r>
              <a:rPr/>
              <a:t>JWT token-based authentication</a:t>
            </a:r>
          </a:p>
          <a:p>
            <a:pPr lvl="0"/>
            <a:r>
              <a:rPr/>
              <a:t>Session management with 7-day expiration</a:t>
            </a:r>
          </a:p>
          <a:p>
            <a:pPr lvl="0"/>
            <a:r>
              <a:rPr/>
              <a:t>User data isolation (privacy guaranteed)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Audio File Management 📁</a:t>
            </a:r>
          </a:p>
          <a:p>
            <a:pPr lvl="0"/>
            <a:r>
              <a:rPr/>
              <a:t>Drag-and-drop file upload</a:t>
            </a:r>
          </a:p>
          <a:p>
            <a:pPr lvl="0"/>
            <a:r>
              <a:rPr/>
              <a:t>Progress tracking (real-time)</a:t>
            </a:r>
          </a:p>
          <a:p>
            <a:pPr lvl="0"/>
            <a:r>
              <a:rPr/>
              <a:t>Support for MP3, WAV, M4A formats</a:t>
            </a:r>
          </a:p>
          <a:p>
            <a:pPr lvl="0"/>
            <a:r>
              <a:rPr/>
              <a:t>Files up to 500MB</a:t>
            </a:r>
          </a:p>
          <a:p>
            <a:pPr lvl="0"/>
            <a:r>
              <a:rPr/>
              <a:t>Secure cloud storage (Azure)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Key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AI Transcription 🎤</a:t>
            </a:r>
          </a:p>
          <a:p>
            <a:pPr lvl="0"/>
            <a:r>
              <a:rPr b="1"/>
              <a:t>Azure Whisper AI</a:t>
            </a:r>
            <a:r>
              <a:rPr/>
              <a:t> - Best-in-class accuracy</a:t>
            </a:r>
          </a:p>
          <a:p>
            <a:pPr lvl="0"/>
            <a:r>
              <a:rPr/>
              <a:t>Automatic language detection</a:t>
            </a:r>
          </a:p>
          <a:p>
            <a:pPr lvl="0"/>
            <a:r>
              <a:rPr/>
              <a:t>Speaker change detection</a:t>
            </a:r>
          </a:p>
          <a:p>
            <a:pPr lvl="0"/>
            <a:r>
              <a:rPr/>
              <a:t>Punctuation and capitalization</a:t>
            </a:r>
          </a:p>
          <a:p>
            <a:pPr lvl="0"/>
            <a:r>
              <a:rPr/>
              <a:t>Fast processing: ~2-3 minutes per hour of audio</a:t>
            </a:r>
          </a:p>
          <a:p>
            <a:pPr lvl="0"/>
            <a:r>
              <a:rPr b="1"/>
              <a:t>User-verified accuracy</a:t>
            </a:r>
            <a:r>
              <a:rPr/>
              <a:t>: “Very accurate transcription!”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Intelligent Minutes Generation 🤖</a:t>
            </a:r>
          </a:p>
          <a:p>
            <a:pPr lvl="0"/>
            <a:r>
              <a:rPr b="1"/>
              <a:t>Agenda Extraction</a:t>
            </a:r>
            <a:r>
              <a:rPr/>
              <a:t>: What topics were discussed</a:t>
            </a:r>
          </a:p>
          <a:p>
            <a:pPr lvl="0"/>
            <a:r>
              <a:rPr b="1"/>
              <a:t>Key Points</a:t>
            </a:r>
            <a:r>
              <a:rPr/>
              <a:t>: Important information with numbers, dates</a:t>
            </a:r>
          </a:p>
          <a:p>
            <a:pPr lvl="0"/>
            <a:r>
              <a:rPr b="1"/>
              <a:t>Decisions</a:t>
            </a:r>
            <a:r>
              <a:rPr/>
              <a:t>: Clear business decisions made</a:t>
            </a:r>
          </a:p>
          <a:p>
            <a:pPr lvl="0"/>
            <a:r>
              <a:rPr b="1"/>
              <a:t>Action Items</a:t>
            </a:r>
            <a:r>
              <a:rPr/>
              <a:t>:</a:t>
            </a:r>
          </a:p>
          <a:p>
            <a:pPr lvl="1"/>
            <a:r>
              <a:rPr/>
              <a:t>Real person assignments (extracts “Sarah”, “John” from context)</a:t>
            </a:r>
          </a:p>
          <a:p>
            <a:pPr lvl="1"/>
            <a:r>
              <a:rPr/>
              <a:t>Smart due dates (urgent = 2 days, normal = 14 days)</a:t>
            </a:r>
          </a:p>
          <a:p>
            <a:pPr lvl="1"/>
            <a:r>
              <a:rPr/>
              <a:t>Status tracking (Pending/Completed)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Key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Professional Output 📋</a:t>
            </a:r>
          </a:p>
          <a:p>
            <a:pPr lvl="0"/>
            <a:r>
              <a:rPr/>
              <a:t>Business-quality language</a:t>
            </a:r>
          </a:p>
          <a:p>
            <a:pPr lvl="0"/>
            <a:r>
              <a:rPr/>
              <a:t>Proper formatting and structure</a:t>
            </a:r>
          </a:p>
          <a:p>
            <a:pPr lvl="0"/>
            <a:r>
              <a:rPr/>
              <a:t>No filler words (“um”, “uh”, “like”)</a:t>
            </a:r>
          </a:p>
          <a:p>
            <a:pPr lvl="0"/>
            <a:r>
              <a:rPr/>
              <a:t>Realistic meeting minutes format</a:t>
            </a:r>
          </a:p>
          <a:p>
            <a:pPr lvl="0"/>
            <a:r>
              <a:rPr/>
              <a:t>Export to professional PDF documents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Edit &amp; Manage ✏️</a:t>
            </a:r>
          </a:p>
          <a:p>
            <a:pPr lvl="0"/>
            <a:r>
              <a:rPr/>
              <a:t>Edit transcripts inline</a:t>
            </a:r>
          </a:p>
          <a:p>
            <a:pPr lvl="0"/>
            <a:r>
              <a:rPr/>
              <a:t>Update meeting minutes</a:t>
            </a:r>
          </a:p>
          <a:p>
            <a:pPr lvl="0"/>
            <a:r>
              <a:rPr/>
              <a:t>Mark action items as complete</a:t>
            </a:r>
          </a:p>
          <a:p>
            <a:pPr lvl="0"/>
            <a:r>
              <a:rPr/>
              <a:t>Version history tracking</a:t>
            </a:r>
          </a:p>
          <a:p>
            <a:pPr lvl="0"/>
            <a:r>
              <a:rPr/>
              <a:t>Audit trail (who changed what, when)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Real-time Updates ⚡</a:t>
            </a:r>
          </a:p>
          <a:p>
            <a:pPr lvl="0"/>
            <a:r>
              <a:rPr/>
              <a:t>Auto-polling during processing</a:t>
            </a:r>
          </a:p>
          <a:p>
            <a:pPr lvl="0"/>
            <a:r>
              <a:rPr/>
              <a:t>Live status updates</a:t>
            </a:r>
          </a:p>
          <a:p>
            <a:pPr lvl="0"/>
            <a:r>
              <a:rPr/>
              <a:t>Progress indicators</a:t>
            </a:r>
          </a:p>
          <a:p>
            <a:pPr lvl="0"/>
            <a:r>
              <a:rPr/>
              <a:t>Background job monitoring (Hangfire dashboard)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🎨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Modern, Professional Design</a:t>
            </a:r>
          </a:p>
          <a:p>
            <a:pPr lvl="0" indent="0" marL="0">
              <a:buNone/>
            </a:pPr>
            <a:r>
              <a:rPr b="1"/>
              <a:t>Design System</a:t>
            </a:r>
            <a:r>
              <a:rPr/>
              <a:t>: - </a:t>
            </a:r>
            <a:r>
              <a:rPr b="1"/>
              <a:t>Color Scheme</a:t>
            </a:r>
            <a:r>
              <a:rPr/>
              <a:t>: Purple gradient theme (#8b5cf6) - </a:t>
            </a:r>
            <a:r>
              <a:rPr b="1"/>
              <a:t>Typography</a:t>
            </a:r>
            <a:r>
              <a:rPr/>
              <a:t>: Inter font family - </a:t>
            </a:r>
            <a:r>
              <a:rPr b="1"/>
              <a:t>Layout</a:t>
            </a:r>
            <a:r>
              <a:rPr/>
              <a:t>: Responsive, mobile-friendly - </a:t>
            </a:r>
            <a:r>
              <a:rPr b="1"/>
              <a:t>Animations</a:t>
            </a:r>
            <a:r>
              <a:rPr/>
              <a:t>: Smooth transitions and loading states</a:t>
            </a:r>
          </a:p>
          <a:p>
            <a:pPr lvl="0" indent="0" marL="0">
              <a:buNone/>
            </a:pPr>
            <a:r>
              <a:rPr b="1"/>
              <a:t>Key Screens</a:t>
            </a:r>
            <a:r>
              <a:rPr/>
              <a:t>: 1. </a:t>
            </a:r>
            <a:r>
              <a:rPr b="1"/>
              <a:t>Login/Register</a:t>
            </a:r>
            <a:r>
              <a:rPr/>
              <a:t> - Secure authentication with email verification 2. </a:t>
            </a:r>
            <a:r>
              <a:rPr b="1"/>
              <a:t>Dashboard</a:t>
            </a:r>
            <a:r>
              <a:rPr/>
              <a:t> - Meeting list with status badges 3. </a:t>
            </a:r>
            <a:r>
              <a:rPr b="1"/>
              <a:t>Meeting Detail</a:t>
            </a:r>
            <a:r>
              <a:rPr/>
              <a:t> - Complete meeting view with upload 4. </a:t>
            </a:r>
            <a:r>
              <a:rPr b="1"/>
              <a:t>Transcript Viewer</a:t>
            </a:r>
            <a:r>
              <a:rPr/>
              <a:t> - Formatted, editable text display 5. </a:t>
            </a:r>
            <a:r>
              <a:rPr b="1"/>
              <a:t>Minutes Display</a:t>
            </a:r>
            <a:r>
              <a:rPr/>
              <a:t> - Organized sections with action items</a:t>
            </a:r>
          </a:p>
          <a:p>
            <a:pPr lvl="0" indent="0" marL="0">
              <a:buNone/>
            </a:pPr>
            <a:r>
              <a:rPr b="1"/>
              <a:t>User Experience</a:t>
            </a:r>
            <a:r>
              <a:rPr/>
              <a:t>: - ✅ Intuitive navigation - ✅ Clear visual hierarchy - ✅ Helpful error messages - ✅ Loading states for all async operations - ✅ Success notifications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Audio to Professional Minutes</a:t>
            </a:r>
          </a:p>
          <a:p>
            <a:pPr lvl="0" indent="0">
              <a:buNone/>
            </a:pPr>
            <a:r>
              <a:rPr>
                <a:latin typeface="Courier"/>
              </a:rPr>
              <a:t>1. USER SIGNS UP
   ├─ Enter email + password
   ├─ Receive 6-digit verification code via email
   ├─ Verify email (10-minute expiration)
   └─ Account created ✅
2. CREATE MEETING
   ├─ Enter title: "Q4 Planning Meeting"
   ├─ Set date, location, participants
   └─ Meeting created with "Uploaded" status
3. UPLOAD AUDIO
   ├─ Drag &amp; drop meeting-recording.mp3 (45 MB)
   ├─ Watch upload progress: 0% → 100%
   ├─ File saved to Azure Blob Storage
   └─ Status changes to "Transcribing" 🟡
4. BACKGROUND TRANSCRIPTION (2-3 minutes)
   ├─ Hangfire job downloads audio file
   ├─ Calls Python: transcribe.py
   ├─ Whisper AI processes audio
   ├─ Returns accurate text transcript
   ├─ Saves to database
   └─ Status changes to "Summarizing" 🟠
5. BACKGROUND MINUTES GENERATION (5 seconds)
   ├─ Hangfire job fetches transcript
   ├─ Calls Python: generate_minutes.py
   ├─ AI analyzes text:
   │   • Extracts people names: "Sarah", "John"
   │   • Identifies agenda topics
   │   • Finds key points with numbers/dates
   │   • Detects decisions: "agreed", "decided"
   │   • Creates action items with assignments
   ├─ Returns structured JSON
   ├─ Saves minutes to database
   └─ Status changes to "Ready" 🟢
6. REVIEW &amp; EXPORT
   ├─ View professional meeting minutes
   ├─ Edit transcript if needed
   ├─ Mark action items as complete
   ├─ Export to PDF
   └─ Share with team ✅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Intelligence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the Minutes Generation Works</a:t>
            </a:r>
          </a:p>
          <a:p>
            <a:pPr lvl="0" indent="0" marL="0">
              <a:buNone/>
            </a:pPr>
            <a:r>
              <a:rPr b="1"/>
              <a:t>Input</a:t>
            </a:r>
            <a:r>
              <a:rPr/>
              <a:t>: Raw transcript text from Whisper</a:t>
            </a:r>
          </a:p>
          <a:p>
            <a:pPr lvl="0" indent="0" marL="0">
              <a:buNone/>
            </a:pPr>
            <a:r>
              <a:rPr b="1"/>
              <a:t>Process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Parse Transcript</a:t>
            </a:r>
            <a:br/>
            <a:r>
              <a:rPr>
                <a:latin typeface="Courier"/>
              </a:rPr>
              <a:t>   └─ Split into clean sentences</a:t>
            </a:r>
            <a:br/>
            <a:r>
              <a:rPr>
                <a:latin typeface="Courier"/>
              </a:rPr>
              <a:t>   └─ Remove noise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artifacts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Extract People (extract_people_advanced)</a:t>
            </a:r>
            <a:br/>
            <a:r>
              <a:rPr>
                <a:latin typeface="Courier"/>
              </a:rPr>
              <a:t>   └─ Pattern matching: </a:t>
            </a:r>
            <a:r>
              <a:rPr>
                <a:solidFill>
                  <a:srgbClr val="4070A0"/>
                </a:solidFill>
                <a:latin typeface="Courier"/>
              </a:rPr>
              <a:t>"John will"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"Sarah mentioned"</a:t>
            </a:r>
            <a:br/>
            <a:r>
              <a:rPr>
                <a:latin typeface="Courier"/>
              </a:rPr>
              <a:t>   └─ Filters out common words: </a:t>
            </a:r>
            <a:r>
              <a:rPr>
                <a:solidFill>
                  <a:srgbClr val="4070A0"/>
                </a:solidFill>
                <a:latin typeface="Courier"/>
              </a:rPr>
              <a:t>"The"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"We"</a:t>
            </a:r>
            <a:br/>
            <a:r>
              <a:rPr>
                <a:latin typeface="Courier"/>
              </a:rPr>
              <a:t>   └─ Returns: [</a:t>
            </a:r>
            <a:r>
              <a:rPr>
                <a:solidFill>
                  <a:srgbClr val="4070A0"/>
                </a:solidFill>
                <a:latin typeface="Courier"/>
              </a:rPr>
              <a:t>"Sarah"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"Bob"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Extract Topics (extract_topics_advanced)</a:t>
            </a:r>
            <a:br/>
            <a:r>
              <a:rPr>
                <a:latin typeface="Courier"/>
              </a:rPr>
              <a:t>   └─ Business keywords: budget, project, deadline</a:t>
            </a:r>
            <a:br/>
            <a:r>
              <a:rPr>
                <a:latin typeface="Courier"/>
              </a:rPr>
              <a:t>   └─ Returns: [</a:t>
            </a:r>
            <a:r>
              <a:rPr>
                <a:solidFill>
                  <a:srgbClr val="4070A0"/>
                </a:solidFill>
                <a:latin typeface="Courier"/>
              </a:rPr>
              <a:t>"Budget"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"Marketing"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"Q4"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4.</a:t>
            </a:r>
            <a:r>
              <a:rPr>
                <a:latin typeface="Courier"/>
              </a:rPr>
              <a:t> Create Professional Agenda</a:t>
            </a:r>
            <a:br/>
            <a:r>
              <a:rPr>
                <a:latin typeface="Courier"/>
              </a:rPr>
              <a:t>   └─ Find meeting purpose indicators</a:t>
            </a:r>
            <a:br/>
            <a:r>
              <a:rPr>
                <a:latin typeface="Courier"/>
              </a:rPr>
              <a:t>   └─ Format: </a:t>
            </a:r>
            <a:r>
              <a:rPr>
                <a:solidFill>
                  <a:srgbClr val="4070A0"/>
                </a:solidFill>
                <a:latin typeface="Courier"/>
              </a:rPr>
              <a:t>"Review of [Topic] status and next steps"</a:t>
            </a:r>
            <a:br/>
            <a:r>
              <a:rPr>
                <a:latin typeface="Courier"/>
              </a:rPr>
              <a:t>   └─ Professional business language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5.</a:t>
            </a:r>
            <a:r>
              <a:rPr>
                <a:latin typeface="Courier"/>
              </a:rPr>
              <a:t> Create Professional Key Points</a:t>
            </a:r>
            <a:br/>
            <a:r>
              <a:rPr>
                <a:latin typeface="Courier"/>
              </a:rPr>
              <a:t>   └─ Score sentences by importance:</a:t>
            </a:r>
            <a:br/>
            <a:r>
              <a:rPr>
                <a:latin typeface="Courier"/>
              </a:rPr>
              <a:t>       • Has numbers?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points</a:t>
            </a:r>
            <a:br/>
            <a:r>
              <a:rPr>
                <a:latin typeface="Courier"/>
              </a:rPr>
              <a:t>       • Has dates?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points</a:t>
            </a:r>
            <a:br/>
            <a:r>
              <a:rPr>
                <a:latin typeface="Courier"/>
              </a:rPr>
              <a:t>       • Has decisions?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points</a:t>
            </a:r>
            <a:br/>
            <a:r>
              <a:rPr>
                <a:latin typeface="Courier"/>
              </a:rPr>
              <a:t>       • Mentions people?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point</a:t>
            </a:r>
            <a:br/>
            <a:r>
              <a:rPr>
                <a:latin typeface="Courier"/>
              </a:rPr>
              <a:t>   └─ Take top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highest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scoring sentences</a:t>
            </a:r>
            <a:br/>
            <a:r>
              <a:rPr>
                <a:latin typeface="Courier"/>
              </a:rPr>
              <a:t>   └─ Remove filler words, fix formatting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6.</a:t>
            </a:r>
            <a:r>
              <a:rPr>
                <a:latin typeface="Courier"/>
              </a:rPr>
              <a:t> Extract Decisions</a:t>
            </a:r>
            <a:br/>
            <a:r>
              <a:rPr>
                <a:latin typeface="Courier"/>
              </a:rPr>
              <a:t>   └─ Find keywords: </a:t>
            </a:r>
            <a:r>
              <a:rPr>
                <a:solidFill>
                  <a:srgbClr val="4070A0"/>
                </a:solidFill>
                <a:latin typeface="Courier"/>
              </a:rPr>
              <a:t>"decided"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"agreed"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"approved"</a:t>
            </a:r>
            <a:br/>
            <a:r>
              <a:rPr>
                <a:latin typeface="Courier"/>
              </a:rPr>
              <a:t>   └─ Format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clear statements</a:t>
            </a:r>
            <a:br/>
            <a:r>
              <a:rPr>
                <a:latin typeface="Courier"/>
              </a:rPr>
              <a:t>   └─ Ensure proper capitalization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7.</a:t>
            </a:r>
            <a:r>
              <a:rPr>
                <a:latin typeface="Courier"/>
              </a:rPr>
              <a:t> Create Action Items</a:t>
            </a:r>
            <a:br/>
            <a:r>
              <a:rPr>
                <a:latin typeface="Courier"/>
              </a:rPr>
              <a:t>   └─ Find action patterns: </a:t>
            </a:r>
            <a:r>
              <a:rPr>
                <a:solidFill>
                  <a:srgbClr val="4070A0"/>
                </a:solidFill>
                <a:latin typeface="Courier"/>
              </a:rPr>
              <a:t>"will"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"should"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"need to"</a:t>
            </a:r>
            <a:br/>
            <a:r>
              <a:rPr>
                <a:latin typeface="Courier"/>
              </a:rPr>
              <a:t>   └─ Extract person </a:t>
            </a: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same sentence</a:t>
            </a:r>
            <a:br/>
            <a:r>
              <a:rPr>
                <a:latin typeface="Courier"/>
              </a:rPr>
              <a:t>   └─ Calculate smart due dates:</a:t>
            </a:r>
            <a:br/>
            <a:r>
              <a:rPr>
                <a:latin typeface="Courier"/>
              </a:rPr>
              <a:t>       •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days</a:t>
            </a:r>
            <a:br/>
            <a:r>
              <a:rPr>
                <a:latin typeface="Courier"/>
              </a:rPr>
              <a:t>       • </a:t>
            </a:r>
            <a:r>
              <a:rPr>
                <a:solidFill>
                  <a:srgbClr val="4070A0"/>
                </a:solidFill>
                <a:latin typeface="Courier"/>
              </a:rPr>
              <a:t>"this week"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days</a:t>
            </a:r>
            <a:br/>
            <a:r>
              <a:rPr>
                <a:latin typeface="Courier"/>
              </a:rPr>
              <a:t>       • default →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 days</a:t>
            </a:r>
            <a:br/>
            <a:r>
              <a:rPr>
                <a:latin typeface="Courier"/>
              </a:rPr>
              <a:t>   └─ Create structured action item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8.</a:t>
            </a:r>
            <a:r>
              <a:rPr>
                <a:latin typeface="Courier"/>
              </a:rPr>
              <a:t> Format Output</a:t>
            </a:r>
            <a:br/>
            <a:r>
              <a:rPr>
                <a:latin typeface="Courier"/>
              </a:rPr>
              <a:t>   └─ Clean language (no </a:t>
            </a:r>
            <a:r>
              <a:rPr>
                <a:solidFill>
                  <a:srgbClr val="4070A0"/>
                </a:solidFill>
                <a:latin typeface="Courier"/>
              </a:rPr>
              <a:t>"um"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"uh"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└─ Professional capitalization</a:t>
            </a:r>
            <a:br/>
            <a:r>
              <a:rPr>
                <a:latin typeface="Courier"/>
              </a:rPr>
              <a:t>   └─ Proper punctuation</a:t>
            </a:r>
            <a:br/>
            <a:r>
              <a:rPr>
                <a:latin typeface="Courier"/>
              </a:rPr>
              <a:t>   └─ Business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ready </a:t>
            </a:r>
            <a:r>
              <a:rPr>
                <a:solidFill>
                  <a:srgbClr val="008000"/>
                </a:solidFill>
                <a:latin typeface="Courier"/>
              </a:rPr>
              <a:t>format</a:t>
            </a:r>
          </a:p>
          <a:p>
            <a:pPr lvl="0" indent="0" marL="0">
              <a:buNone/>
            </a:pPr>
            <a:r>
              <a:rPr b="1"/>
              <a:t>Output</a:t>
            </a:r>
            <a:r>
              <a:rPr/>
              <a:t>: Professional meeting minutes JSON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Real Example: Before &amp;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MeetMind (Manual Notes):</a:t>
            </a:r>
          </a:p>
          <a:p>
            <a:pPr lvl="0" indent="0">
              <a:buNone/>
            </a:pPr>
            <a:r>
              <a:rPr>
                <a:latin typeface="Courier"/>
              </a:rPr>
              <a:t>- talked about Q4 budget
- sarah thinks we should spend more on social
- john is doing something with the breakdown
- we are doing agile maybe next month?
- team agreed on something about digital vs traditional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MeetMind (AI-Generated):</a:t>
            </a:r>
          </a:p>
          <a:p>
            <a:pPr lvl="0" indent="0">
              <a:buNone/>
            </a:pPr>
            <a:r>
              <a:rPr>
                <a:latin typeface="Courier"/>
              </a:rPr>
              <a:t>AGENDA:
• Review of Q4 Budget status and next steps
• Discussion: Marketing spending allocation
• Planning and resource allocation for next phase
KEY POINTS:
• The team agreed to increase marketing spending by 20%
• Total budget allocated: $50,000 for Q4
• Client requested faster delivery times
• Digital campaigns show significantly better ROI
DECISIONS:
• Team agreed to prioritize digital campaigns over traditional media
• Decision made: Implement agile methodology starting next month
ACTION ITEMS:
☐ Prepare detailed budget breakdown
   Assigned to: John
   Due: Nov 8, 2025
   Status: Pending
☐ Coordinate with design team to finalize mockups
   Assigned to: Lisa
   Due: Nov 5, 2025
   Status: Pending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Professional, clear, actionable documentation! ✨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🔐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Enterprise-Grade Security</a:t>
            </a:r>
          </a:p>
          <a:p>
            <a:pPr lvl="0" indent="0" marL="0">
              <a:buNone/>
            </a:pPr>
            <a:r>
              <a:rPr b="1"/>
              <a:t>1. Password Security</a:t>
            </a:r>
            <a:r>
              <a:rPr/>
              <a:t> - ✅ BCrypt hashing (10 rounds) - ✅ Never stores plain text passwords - ✅ Salted hashes (unique per password) - ✅ Computationally expensive (prevents brute force)</a:t>
            </a:r>
          </a:p>
          <a:p>
            <a:pPr lvl="0" indent="0" marL="0">
              <a:buNone/>
            </a:pPr>
            <a:r>
              <a:rPr b="1"/>
              <a:t>2. Authentication</a:t>
            </a:r>
            <a:r>
              <a:rPr/>
              <a:t> - ✅ JWT tokens (industry standard) - ✅ Token expiration (7 days) - ✅ Signed tokens (tamper-proof) - ✅ Email verification (prevents fake accounts) - ✅ Rate limiting (prevents abuse)</a:t>
            </a:r>
          </a:p>
          <a:p>
            <a:pPr lvl="0" indent="0" marL="0">
              <a:buNone/>
            </a:pPr>
            <a:r>
              <a:rPr b="1"/>
              <a:t>3. Data Protection</a:t>
            </a:r>
            <a:r>
              <a:rPr/>
              <a:t> - ✅ User isolation (can’t see other users’ data) - ✅ Authorization checks on every endpoint - ✅ SQL injection prevention (parameterized queries) - ✅ XSS prevention (React auto-escaping) - ✅ HTTPS ready (encryption in transit)</a:t>
            </a:r>
          </a:p>
          <a:p>
            <a:pPr lvl="0" indent="0" marL="0">
              <a:buNone/>
            </a:pPr>
            <a:r>
              <a:rPr b="1"/>
              <a:t>4. Privacy</a:t>
            </a:r>
            <a:r>
              <a:rPr/>
              <a:t> - ✅ Each user has private meetings - ✅ No data sharing between users - ✅ Secure file storage (Azure private blobs) - ✅ Audit logging (track who changed what)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🗄️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Robust, Scalable Schema</a:t>
            </a:r>
          </a:p>
          <a:p>
            <a:pPr lvl="0" indent="0" marL="0">
              <a:buNone/>
            </a:pPr>
            <a:r>
              <a:rPr b="1"/>
              <a:t>Users Table</a:t>
            </a:r>
            <a:r>
              <a:rPr/>
              <a:t> - User accounts with authentication - Email, password hash, full name - Account status and login tracking</a:t>
            </a:r>
          </a:p>
          <a:p>
            <a:pPr lvl="0" indent="0" marL="0">
              <a:buNone/>
            </a:pPr>
            <a:r>
              <a:rPr b="1"/>
              <a:t>Meetings Table</a:t>
            </a:r>
            <a:r>
              <a:rPr/>
              <a:t> - Meeting records per user - Title, date, location, participants - Status tracking (Uploaded → Ready)</a:t>
            </a:r>
          </a:p>
          <a:p>
            <a:pPr lvl="0" indent="0" marL="0">
              <a:buNone/>
            </a:pPr>
            <a:r>
              <a:rPr b="1"/>
              <a:t>Transcripts Table</a:t>
            </a:r>
            <a:r>
              <a:rPr/>
              <a:t> - Speech-to-text results - Full transcript text - Version history for edits</a:t>
            </a:r>
          </a:p>
          <a:p>
            <a:pPr lvl="0" indent="0" marL="0">
              <a:buNone/>
            </a:pPr>
            <a:r>
              <a:rPr b="1"/>
              <a:t>Minutes Table</a:t>
            </a:r>
            <a:r>
              <a:rPr/>
              <a:t> - AI-generated summaries - Agenda, key points, decisions - Linked to parent meeting</a:t>
            </a:r>
          </a:p>
          <a:p>
            <a:pPr lvl="0" indent="0" marL="0">
              <a:buNone/>
            </a:pPr>
            <a:r>
              <a:rPr b="1"/>
              <a:t>ActionItems Table</a:t>
            </a:r>
            <a:r>
              <a:rPr/>
              <a:t> - Task assignments from minutes - Description, assigned person, due date - Status tracking (Pending → Completed) - Completion timestamps</a:t>
            </a:r>
          </a:p>
          <a:p>
            <a:pPr lvl="0" indent="0" marL="0">
              <a:buNone/>
            </a:pPr>
            <a:r>
              <a:rPr b="1"/>
              <a:t>EmailVerifications Table</a:t>
            </a:r>
            <a:r>
              <a:rPr/>
              <a:t> - Verification codes for signup - Expiration and attempt tracking - Security against abuse</a:t>
            </a:r>
          </a:p>
          <a:p>
            <a:pPr lvl="0" indent="0" marL="0">
              <a:buNone/>
            </a:pPr>
            <a:r>
              <a:rPr b="1"/>
              <a:t>AudioAssets Table</a:t>
            </a:r>
            <a:r>
              <a:rPr/>
              <a:t> - Uploaded file metadata - Blob storage references - File size and MIME types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Built for Growth</a:t>
            </a:r>
          </a:p>
          <a:p>
            <a:pPr lvl="0" indent="0" marL="0">
              <a:buNone/>
            </a:pPr>
            <a:r>
              <a:rPr b="1"/>
              <a:t>Current Performance</a:t>
            </a:r>
            <a:r>
              <a:rPr/>
              <a:t>: - 🚀 Page Load: &lt; 1 second - 🚀 API Response: &lt; 100ms - 🚀 File Upload: Progress tracked - 🚀 Transcription: ~2-3 min per hour of audio - 🚀 Minutes Generation: &lt; 5 seconds - 🚀 PDF Export: &lt; 2 seconds</a:t>
            </a:r>
          </a:p>
          <a:p>
            <a:pPr lvl="0" indent="0" marL="0">
              <a:buNone/>
            </a:pPr>
            <a:r>
              <a:rPr b="1"/>
              <a:t>Scalability</a:t>
            </a:r>
            <a:r>
              <a:rPr/>
              <a:t>: - ✅ </a:t>
            </a:r>
            <a:r>
              <a:rPr b="1"/>
              <a:t>Users</a:t>
            </a:r>
            <a:r>
              <a:rPr/>
              <a:t>: 1000+ concurrent users supported - ✅ </a:t>
            </a:r>
            <a:r>
              <a:rPr b="1"/>
              <a:t>Meetings</a:t>
            </a:r>
            <a:r>
              <a:rPr/>
              <a:t>: Unlimited (database scales) - ✅ </a:t>
            </a:r>
            <a:r>
              <a:rPr b="1"/>
              <a:t>Storage</a:t>
            </a:r>
            <a:r>
              <a:rPr/>
              <a:t>: Petabyte-scale (Azure Blob Storage) - ✅ </a:t>
            </a:r>
            <a:r>
              <a:rPr b="1"/>
              <a:t>Background Jobs</a:t>
            </a:r>
            <a:r>
              <a:rPr/>
              <a:t>: Horizontal scaling (Hangfire) - ✅ </a:t>
            </a:r>
            <a:r>
              <a:rPr b="1"/>
              <a:t>Database</a:t>
            </a:r>
            <a:r>
              <a:rPr/>
              <a:t>: Read replicas, indexing optimized</a:t>
            </a:r>
          </a:p>
          <a:p>
            <a:pPr lvl="0" indent="0" marL="0">
              <a:buNone/>
            </a:pPr>
            <a:r>
              <a:rPr b="1"/>
              <a:t>Reliability</a:t>
            </a:r>
            <a:r>
              <a:rPr/>
              <a:t>: - ✅ Background job retry logic - ✅ Automatic error handling - ✅ Health checks and monitoring - ✅ Database backups - ✅ Graceful degradation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Affordable &amp; Cost-Effective</a:t>
            </a:r>
          </a:p>
          <a:p>
            <a:pPr lvl="0" indent="0" marL="0">
              <a:buNone/>
            </a:pPr>
            <a:r>
              <a:rPr b="1"/>
              <a:t>Development Setup</a:t>
            </a:r>
            <a:r>
              <a:rPr/>
              <a:t> (FREE): - SQL Server: Docker (local) - Blob Storage: Azurite emulator (local) - Whisper AI: Runs locally (FREE!) - Email: Gmail SMTP (500 emails/day FREE) - Total: </a:t>
            </a:r>
            <a:r>
              <a:rPr b="1"/>
              <a:t>$0/month</a:t>
            </a:r>
            <a:r>
              <a:rPr/>
              <a:t> 🎉</a:t>
            </a:r>
          </a:p>
          <a:p>
            <a:pPr lvl="0" indent="0" marL="0">
              <a:buNone/>
            </a:pPr>
            <a:r>
              <a:rPr b="1"/>
              <a:t>Production Setup</a:t>
            </a:r>
            <a:r>
              <a:rPr/>
              <a:t> (Azure): - App Service Basic: $13/month - Azure SQL Basic: $5/month - Blob Storage: $1/month (per GB) - Static Web Apps: FREE - Email (Gmail): FREE - </a:t>
            </a:r>
            <a:r>
              <a:rPr b="1"/>
              <a:t>Total: ~$20/month</a:t>
            </a:r>
            <a:r>
              <a:rPr/>
              <a:t> for small teams</a:t>
            </a:r>
          </a:p>
          <a:p>
            <a:pPr lvl="0" indent="0" marL="0">
              <a:buNone/>
            </a:pPr>
            <a:r>
              <a:rPr b="1"/>
              <a:t>Cost per Meeting</a:t>
            </a:r>
            <a:r>
              <a:rPr/>
              <a:t>: - Transcription: FREE (local Whisper) - Minutes Generation: FREE (custom AI) - Storage: ~$0.02 per meeting - </a:t>
            </a:r>
            <a:r>
              <a:rPr b="1"/>
              <a:t>Total: Nearly FREE per meeting!</a:t>
            </a:r>
            <a:r>
              <a:rPr/>
              <a:t> 💰</a:t>
            </a:r>
          </a:p>
          <a:p>
            <a:pPr lvl="0" indent="0" marL="0">
              <a:buNone/>
            </a:pPr>
            <a:r>
              <a:rPr b="1"/>
              <a:t>Comparison to Competitors</a:t>
            </a:r>
            <a:r>
              <a:rPr/>
              <a:t>: - Otter.ai: $16.99/user/month - Fireflies.ai: $10-$19/user/month - </a:t>
            </a:r>
            <a:r>
              <a:rPr b="1"/>
              <a:t>MeetMind: $20/month for entire team!</a:t>
            </a:r>
            <a:r>
              <a:rPr/>
              <a:t> ✅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Modern, Battle-Tested Technologies</a:t>
            </a:r>
          </a:p>
          <a:p>
            <a:pPr lvl="0" indent="0" marL="0">
              <a:buNone/>
            </a:pPr>
            <a:r>
              <a:rPr b="1"/>
              <a:t>Backend</a:t>
            </a:r>
            <a:r>
              <a:rPr/>
              <a:t>: | Tech | Version | Purpose | |——|———|———| | .NET | 9.0 | Web API framework | | C# | 12.0 | Programming language | | Entity Framework Core | 9.0 | ORM / Database access | | SQL Server | 2022 | Relational database | | Hangfire | 1.8 | Background jobs | | BCrypt.Net | 4.0 | Password hashing | | MailKit | 4.14 | Email sending | | Azure SDK | Latest | Cloud services |</a:t>
            </a:r>
          </a:p>
          <a:p>
            <a:pPr lvl="0" indent="0" marL="0">
              <a:buNone/>
            </a:pPr>
            <a:r>
              <a:rPr b="1"/>
              <a:t>Frontend</a:t>
            </a:r>
            <a:r>
              <a:rPr/>
              <a:t>: | Tech | Version | Purpose | |——|———|———| | React | 19 | UI framework | | TypeScript | 5.6 | Type safety | | Vite | 6.0 | Build tool | | Axios | Latest | HTTP client | | CSS3 | - | Styling |</a:t>
            </a:r>
          </a:p>
          <a:p>
            <a:pPr lvl="0" indent="0" marL="0">
              <a:buNone/>
            </a:pPr>
            <a:r>
              <a:rPr b="1"/>
              <a:t>AI &amp; Processing</a:t>
            </a:r>
            <a:r>
              <a:rPr/>
              <a:t>: | Tech | Version | Purpose | |——|———|———| | Python | 3.11 | AI scripting | | Whisper AI | Latest | Speech-to-text | | Custom NLP | - | Minutes extraction |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Development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Statistics</a:t>
            </a:r>
          </a:p>
          <a:p>
            <a:pPr lvl="0" indent="0" marL="0">
              <a:buNone/>
            </a:pPr>
            <a:r>
              <a:rPr b="1"/>
              <a:t>Code Base</a:t>
            </a:r>
            <a:r>
              <a:rPr/>
              <a:t>: - Total Lines of Code: ~8,000 - Backend (C#): ~5,000 lines - Frontend (TypeScript/React): ~2,500 lines - Python (AI): ~500 lines</a:t>
            </a:r>
          </a:p>
          <a:p>
            <a:pPr lvl="0" indent="0" marL="0">
              <a:buNone/>
            </a:pPr>
            <a:r>
              <a:rPr b="1"/>
              <a:t>Files</a:t>
            </a:r>
            <a:r>
              <a:rPr/>
              <a:t>: - Backend files: 35+ - Frontend files: 25+ - Database migrations: 6 - Configuration files: 8</a:t>
            </a:r>
          </a:p>
          <a:p>
            <a:pPr lvl="0" indent="0" marL="0">
              <a:buNone/>
            </a:pPr>
            <a:r>
              <a:rPr b="1"/>
              <a:t>Features Implemented</a:t>
            </a:r>
            <a:r>
              <a:rPr/>
              <a:t>: - ✅ User authentication (5 endpoints) - ✅ Meeting management (8 endpoints) - ✅ File upload &amp; processing - ✅ AI transcription integration - ✅ AI minutes generation - ✅ Real-time status updates - ✅ Edit functionality - ✅ PDF export - ✅ Email verification - ✅ Action item tracking</a:t>
            </a:r>
          </a:p>
          <a:p>
            <a:pPr lvl="0" indent="0" marL="0">
              <a:buNone/>
            </a:pPr>
            <a:r>
              <a:rPr b="1"/>
              <a:t>Development Time</a:t>
            </a:r>
            <a:r>
              <a:rPr/>
              <a:t>: - Planning &amp; Design: 3 days - Backend Development: 2 weeks - Frontend Development: 1.5 weeks - AI Integration: 3 days - Testing &amp; Refinement: 2 days - </a:t>
            </a:r>
            <a:r>
              <a:rPr b="1"/>
              <a:t>Total: 4 weeks</a:t>
            </a:r>
            <a:r>
              <a:rPr/>
              <a:t> ⏱️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Achievements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This Project Special</a:t>
            </a:r>
          </a:p>
          <a:p>
            <a:pPr lvl="0" indent="0" marL="0">
              <a:buNone/>
            </a:pPr>
            <a:r>
              <a:rPr b="1"/>
              <a:t>1. Real-World Problem Solving</a:t>
            </a:r>
            <a:r>
              <a:rPr/>
              <a:t> 🎯 - Addresses actual pain points in team collaboration - Saves hours of manual note-taking per meeting - Improves accountability and follow-through</a:t>
            </a:r>
          </a:p>
          <a:p>
            <a:pPr lvl="0" indent="0" marL="0">
              <a:buNone/>
            </a:pPr>
            <a:r>
              <a:rPr b="1"/>
              <a:t>2. Technical Excellence</a:t>
            </a:r>
            <a:r>
              <a:rPr/>
              <a:t> 💻 - Production-ready code quality - Best practices throughout - Clean architecture and separation of concerns - Comprehensive error handling - Security-first design</a:t>
            </a:r>
          </a:p>
          <a:p>
            <a:pPr lvl="0" indent="0" marL="0">
              <a:buNone/>
            </a:pPr>
            <a:r>
              <a:rPr b="1"/>
              <a:t>3. AI Innovation</a:t>
            </a:r>
            <a:r>
              <a:rPr/>
              <a:t> 🤖 - Custom NLP algorithms for intelligent extraction - Real person name detection from context - Smart due date calculation - Professional language formatting - User-confirmed accuracy: “Very accurate!”</a:t>
            </a:r>
          </a:p>
          <a:p>
            <a:pPr lvl="0" indent="0" marL="0">
              <a:buNone/>
            </a:pPr>
            <a:r>
              <a:rPr b="1"/>
              <a:t>4. Full-Stack Mastery</a:t>
            </a:r>
            <a:r>
              <a:rPr/>
              <a:t> 🏗️ - Modern .NET backend - React frontend with TypeScript - Database design and migrations - Cloud integration (Azure) - Background job processing - Email service integration</a:t>
            </a:r>
          </a:p>
          <a:p>
            <a:pPr lvl="0" indent="0" marL="0">
              <a:buNone/>
            </a:pPr>
            <a:r>
              <a:rPr b="1"/>
              <a:t>5. User Experience</a:t>
            </a:r>
            <a:r>
              <a:rPr/>
              <a:t> ✨ - Beautiful, intuitive interface - Real-time progress tracking - Helpful error messages - Responsive design - Professional visual design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Demo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See MeetMind in Action</a:t>
            </a:r>
          </a:p>
          <a:p>
            <a:pPr lvl="0" indent="0" marL="0">
              <a:buNone/>
            </a:pPr>
            <a:r>
              <a:rPr b="1"/>
              <a:t>1. Login &amp; Registration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┌─────────────────────────────────────┐
│          Welcome to MeetMind        │
│                                     │
│  Email: [___________________]       │
│  Password: [___________________]    │
│                                     │
│         [Login] [Register]          │
│                                     │
│  ✉️ Email Verification Required     │
│  Enter Code: [_ _ _ _ _ _]         │
│                                     │
└─────────────────────────────────────┘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2. Meeting Dashboard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┌──────────────────────────────────────────┐
│  Your Meetings        [+ New Meeting]    │
├──────────────────────────────────────────┤
│  ┌────────────────────────────────┐     │
│  │ Q4 Planning Meeting       [🟢] │     │
│  │ Oct 29, 2025 • 45 min         │     │
│  │ 👥 John, Sarah, Bob           │     │
│  └────────────────────────────────┘     │
│  ┌────────────────────────────────┐     │
│  │ Sprint Review             [🟡] │     │
│  │ Oct 28, 2025 • Transcribing   │     │
│  └────────────────────────────────┘     │
└──────────────────────────────────────────┘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3. Meeting Detail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┌──────────────────────────────────────────┐
│  ← Back to Meetings                      │
│                                          │
│  Q4 Planning Meeting              [🟢]  │
│  October 29, 2025 • 45 minutes          │
│  Conference Room A • John, Sarah, Bob   │
│                                          │
├──────────────────────────────────────────┤
│  📝 TRANSCRIPT                           │
│  Good morning everyone. Welcome to...   │
│  [Full transcript displayed here]       │
│                                          │
├──────────────────────────────────────────┤
│  📋 MEETING MINUTES                      │
│                                          │
│  Agenda:                                 │
│  • Review of Q4 Budget status           │
│  • Discussion: Marketing allocation     │
│                                          │
│  Key Points:                             │
│  • Budget: $50,000 for Q4               │
│  • Increase spending by 20%             │
│                                          │
│  Decisions:                              │
│  • Prioritize digital campaigns         │
│                                          │
│  Action Items:                           │
│  ☐ Budget breakdown - John (Nov 8)     │
│  ☐ Design mockups - Lisa (Nov 5)       │
│                                          │
│         [Edit] [Export PDF]              │
└──────────────────────────────────────────┘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Competencies Showcased</a:t>
            </a:r>
          </a:p>
          <a:p>
            <a:pPr lvl="0" indent="0" marL="0">
              <a:buNone/>
            </a:pPr>
            <a:r>
              <a:rPr b="1"/>
              <a:t>Backend Development</a:t>
            </a:r>
            <a:r>
              <a:rPr/>
              <a:t>: - ✅ RESTful API design - ✅ Database schema design - ✅ Entity Framework Core (ORM) - ✅ Dependency Injection - ✅ Middleware &amp; authentication - ✅ Background job processing - ✅ File handling &amp; cloud storage - ✅ Email integration - ✅ Security best practices</a:t>
            </a:r>
          </a:p>
          <a:p>
            <a:pPr lvl="0" indent="0" marL="0">
              <a:buNone/>
            </a:pPr>
            <a:r>
              <a:rPr b="1"/>
              <a:t>Frontend Development</a:t>
            </a:r>
            <a:r>
              <a:rPr/>
              <a:t>: - ✅ React component architecture - ✅ TypeScript type safety - ✅ State management (Context API) - ✅ HTTP client integration - ✅ Responsive CSS design - ✅ User authentication flow - ✅ File upload with progress - ✅ Real-time updates (polling)</a:t>
            </a:r>
          </a:p>
          <a:p>
            <a:pPr lvl="0" indent="0" marL="0">
              <a:buNone/>
            </a:pPr>
            <a:r>
              <a:rPr b="1"/>
              <a:t>AI &amp; Data Processing</a:t>
            </a:r>
            <a:r>
              <a:rPr/>
              <a:t>: - ✅ Python integration - ✅ Whisper AI implementation - ✅ Custom NLP algorithms - ✅ Text processing &amp; extraction - ✅ Pattern recognition - ✅ Process orchestration</a:t>
            </a:r>
          </a:p>
          <a:p>
            <a:pPr lvl="0" indent="0" marL="0">
              <a:buNone/>
            </a:pPr>
            <a:r>
              <a:rPr b="1"/>
              <a:t>DevOps &amp; Cloud</a:t>
            </a:r>
            <a:r>
              <a:rPr/>
              <a:t>: - ✅ Docker containerization - ✅ Azure cloud services - ✅ Database migrations - ✅ Environment configuration - ✅ Deployment strategies</a:t>
            </a:r>
          </a:p>
          <a:p>
            <a:pPr lvl="0" indent="0" marL="0">
              <a:buNone/>
            </a:pPr>
            <a:r>
              <a:rPr b="1"/>
              <a:t>Soft Skills</a:t>
            </a:r>
            <a:r>
              <a:rPr/>
              <a:t>: - ✅ Problem analysis - ✅ Solution design - ✅ Code organization - ✅ Documentation - ✅ User-centric thinking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Roadmap for Growth</a:t>
            </a:r>
          </a:p>
          <a:p>
            <a:pPr lvl="0" indent="0" marL="0">
              <a:buNone/>
            </a:pPr>
            <a:r>
              <a:rPr b="1"/>
              <a:t>Phase 1: User Experience</a:t>
            </a:r>
            <a:r>
              <a:rPr/>
              <a:t> (Next 2 weeks) - [ ] Real-time updates with SignalR (replace polling) - [ ] Advanced transcript editor with formatting - [ ] Keyboard shortcuts for power users - [ ] Dark mode theme option - [ ] Mobile app (React Native)</a:t>
            </a:r>
          </a:p>
          <a:p>
            <a:pPr lvl="0" indent="0" marL="0">
              <a:buNone/>
            </a:pPr>
            <a:r>
              <a:rPr b="1"/>
              <a:t>Phase 2: Collaboration</a:t>
            </a:r>
            <a:r>
              <a:rPr/>
              <a:t> (Next month) - [ ] Team workspaces (multi-user access) - [ ] Share meetings with team members - [ ] Comment on action items - [ ] @mention notifications - [ ] Calendar integration (Google, Outlook)</a:t>
            </a:r>
          </a:p>
          <a:p>
            <a:pPr lvl="0" indent="0" marL="0">
              <a:buNone/>
            </a:pPr>
            <a:r>
              <a:rPr b="1"/>
              <a:t>Phase 3: Intelligence</a:t>
            </a:r>
            <a:r>
              <a:rPr/>
              <a:t> (Next quarter) - [ ] Meeting insights &amp; analytics - [ ] Recurring pattern detection - [ ] Smart suggestions for next meetings - [ ] Sentiment analysis - [ ] Speaker identification</a:t>
            </a:r>
          </a:p>
          <a:p>
            <a:pPr lvl="0" indent="0" marL="0">
              <a:buNone/>
            </a:pPr>
            <a:r>
              <a:rPr b="1"/>
              <a:t>Phase 4: Integration</a:t>
            </a:r>
            <a:r>
              <a:rPr/>
              <a:t> (Long-term) - [ ] Zoom/Teams recording integration - [ ] Slack notifications - [ ] Jira/Asana action item sync - [ ] API for third-party apps - [ ] Enterprise SSO (SAML, OAuth)</a:t>
            </a:r>
          </a:p>
          <a:p>
            <a:pPr lvl="0" indent="0" marL="0">
              <a:buNone/>
            </a:pPr>
            <a:r>
              <a:rPr b="1"/>
              <a:t>Phase 5: Enterprise</a:t>
            </a:r>
            <a:r>
              <a:rPr/>
              <a:t> (Future) - [ ] Multi-tenancy support - [ ] Role-based access control - [ ] Compliance (GDPR, SOC 2) - [ ] Advanced analytics dashboard - [ ] Custom branding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Business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 Opportunity</a:t>
            </a:r>
          </a:p>
          <a:p>
            <a:pPr lvl="0" indent="0" marL="0">
              <a:buNone/>
            </a:pPr>
            <a:r>
              <a:rPr b="1"/>
              <a:t>Target Market</a:t>
            </a:r>
            <a:r>
              <a:rPr/>
              <a:t>: - Small to medium businesses (10-500 employees) - Remote-first companies - Consulting firms - Agencies and professional services - Educational institutions</a:t>
            </a:r>
          </a:p>
          <a:p>
            <a:pPr lvl="0" indent="0" marL="0">
              <a:buNone/>
            </a:pPr>
            <a:r>
              <a:rPr b="1"/>
              <a:t>Market Size</a:t>
            </a:r>
            <a:r>
              <a:rPr/>
              <a:t>: - Video conferencing market: $6B+ (2024) - Meeting productivity tools: Growing 25% YoY - AI transcription services: $2B+ market</a:t>
            </a:r>
          </a:p>
          <a:p>
            <a:pPr lvl="0" indent="0" marL="0">
              <a:buNone/>
            </a:pPr>
            <a:r>
              <a:rPr b="1"/>
              <a:t>Competitive Advantages</a:t>
            </a:r>
            <a:r>
              <a:rPr/>
              <a:t>: 1. </a:t>
            </a:r>
            <a:r>
              <a:rPr b="1"/>
              <a:t>Cost</a:t>
            </a:r>
            <a:r>
              <a:rPr/>
              <a:t>: 80% cheaper than competitors 2. </a:t>
            </a:r>
            <a:r>
              <a:rPr b="1"/>
              <a:t>Accuracy</a:t>
            </a:r>
            <a:r>
              <a:rPr/>
              <a:t>: User-verified transcription quality 3. </a:t>
            </a:r>
            <a:r>
              <a:rPr b="1"/>
              <a:t>Intelligence</a:t>
            </a:r>
            <a:r>
              <a:rPr/>
              <a:t>: Real person extraction, not generic 4. </a:t>
            </a:r>
            <a:r>
              <a:rPr b="1"/>
              <a:t>Privacy</a:t>
            </a:r>
            <a:r>
              <a:rPr/>
              <a:t>: Self-hosted option available 5. </a:t>
            </a:r>
            <a:r>
              <a:rPr b="1"/>
              <a:t>Simplicity</a:t>
            </a:r>
            <a:r>
              <a:rPr/>
              <a:t>: Easy to use, no learning curve</a:t>
            </a:r>
          </a:p>
          <a:p>
            <a:pPr lvl="0" indent="0" marL="0">
              <a:buNone/>
            </a:pPr>
            <a:r>
              <a:rPr b="1"/>
              <a:t>Revenue Model</a:t>
            </a:r>
            <a:r>
              <a:rPr/>
              <a:t>: - </a:t>
            </a:r>
            <a:r>
              <a:rPr b="1"/>
              <a:t>Freemium</a:t>
            </a:r>
            <a:r>
              <a:rPr/>
              <a:t>: 5 meetings/month free - </a:t>
            </a:r>
            <a:r>
              <a:rPr b="1"/>
              <a:t>Pro</a:t>
            </a:r>
            <a:r>
              <a:rPr/>
              <a:t>: $10/user/month (unlimited) - </a:t>
            </a:r>
            <a:r>
              <a:rPr b="1"/>
              <a:t>Business</a:t>
            </a:r>
            <a:r>
              <a:rPr/>
              <a:t>: $20/user/month (teams + analytics) - </a:t>
            </a:r>
            <a:r>
              <a:rPr b="1"/>
              <a:t>Enterprise</a:t>
            </a:r>
            <a:r>
              <a:rPr/>
              <a:t>: Custom pricing (SSO, compliance)</a:t>
            </a:r>
          </a:p>
          <a:p>
            <a:pPr lvl="0" indent="0" marL="0">
              <a:buNone/>
            </a:pPr>
            <a:r>
              <a:rPr b="1"/>
              <a:t>Unit Economics</a:t>
            </a:r>
            <a:r>
              <a:rPr/>
              <a:t>: - Customer Acquisition Cost: $50-100 - Lifetime Value: $500-1000 - LTV/CAC Ratio: 5-10x ✅ - Gross Margin: 80%+ (low infrastructure costs)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Complete, Production-Ready System</a:t>
            </a:r>
          </a:p>
          <a:p>
            <a:pPr lvl="0" indent="0" marL="0">
              <a:buNone/>
            </a:pPr>
            <a:r>
              <a:rPr b="1"/>
              <a:t>What We Built</a:t>
            </a:r>
            <a:r>
              <a:rPr/>
              <a:t>: - ✅ Full-stack web application - ✅ AI-powered transcription &amp; analysis - ✅ Secure authentication system - ✅ Cloud storage integration - ✅ Background job processing - ✅ Professional UI/UX - ✅ Complete documentation</a:t>
            </a:r>
          </a:p>
          <a:p>
            <a:pPr lvl="0" indent="0" marL="0">
              <a:buNone/>
            </a:pPr>
            <a:r>
              <a:rPr b="1"/>
              <a:t>Technical Achievements</a:t>
            </a:r>
            <a:r>
              <a:rPr/>
              <a:t>: - 8,000+ lines of quality code - 35+ backend components - 25+ frontend components - Comprehensive security - Scalable architecture - Production deployment-ready</a:t>
            </a:r>
          </a:p>
          <a:p>
            <a:pPr lvl="0" indent="0" marL="0">
              <a:buNone/>
            </a:pPr>
            <a:r>
              <a:rPr b="1"/>
              <a:t>Business Value</a:t>
            </a:r>
            <a:r>
              <a:rPr/>
              <a:t>: - Solves real-world problem - Saves teams hours per meeting - 80% cost savings vs competitors - Market-ready product - Revenue potential: $100K+ ARR</a:t>
            </a:r>
          </a:p>
          <a:p>
            <a:pPr lvl="0" indent="0" marL="0">
              <a:buNone/>
            </a:pPr>
            <a:r>
              <a:rPr b="1"/>
              <a:t>Personal Growth</a:t>
            </a:r>
            <a:r>
              <a:rPr/>
              <a:t>: - Full-stack development mastery - AI/ML integration experience - Cloud architecture skills - Security best practices - Product thinking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🙏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MeetMind: Where Meetings Meet Intelligence</a:t>
            </a:r>
          </a:p>
          <a:p>
            <a:pPr lvl="0" indent="0" marL="0">
              <a:buNone/>
            </a:pPr>
            <a:r>
              <a:rPr b="1"/>
              <a:t>Project Repository</a:t>
            </a:r>
            <a:r>
              <a:rPr/>
              <a:t>: Available on request</a:t>
            </a:r>
            <a:br/>
            <a:r>
              <a:rPr b="1"/>
              <a:t>Live Demo</a:t>
            </a:r>
            <a:r>
              <a:rPr/>
              <a:t>: Available on request</a:t>
            </a:r>
            <a:br/>
            <a:r>
              <a:rPr b="1"/>
              <a:t>Documentation</a:t>
            </a:r>
            <a:r>
              <a:rPr/>
              <a:t>: Complete and comprehensive</a:t>
            </a:r>
          </a:p>
          <a:p>
            <a:pPr lvl="0" indent="0" marL="0">
              <a:buNone/>
            </a:pPr>
            <a:r>
              <a:rPr b="1"/>
              <a:t>Contact Information</a:t>
            </a:r>
            <a:r>
              <a:rPr/>
              <a:t>: - Developer: Wael Hachem - Email: waelhachem80@gmail.com - GitHub: [Your GitHub Profile] - LinkedIn: [Your LinkedIn Profile]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Built with</a:t>
            </a:r>
            <a:r>
              <a:rPr/>
              <a:t>: ❤️ + ☕ + 🧠</a:t>
            </a:r>
          </a:p>
          <a:p>
            <a:pPr lvl="0" indent="0" marL="0">
              <a:buNone/>
            </a:pPr>
            <a:r>
              <a:rPr b="1"/>
              <a:t>Technologies</a:t>
            </a:r>
            <a:r>
              <a:rPr/>
              <a:t>: .NET • React • TypeScript • Python • Azure • Whisper AI</a:t>
            </a:r>
          </a:p>
          <a:p>
            <a:pPr lvl="0" indent="0" marL="0">
              <a:buNone/>
            </a:pPr>
            <a:r>
              <a:rPr b="1"/>
              <a:t>Status</a:t>
            </a:r>
            <a:r>
              <a:rPr/>
              <a:t>: ✅ Production Ready • 🚀 Scalable • 🔐 Secure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Feel free to ask about</a:t>
            </a:r>
            <a:r>
              <a:rPr/>
              <a:t>: - Technical architecture - AI implementation details - Security measures - Scalability strategies - Deployment options - Business model - Future roadmap - Code demonstrations</a:t>
            </a:r>
          </a:p>
          <a:p>
            <a:pPr lvl="0" indent="0" marL="0">
              <a:buNone/>
            </a:pPr>
            <a:r>
              <a:rPr b="1"/>
              <a:t>Thank you for your time!</a:t>
            </a:r>
            <a:r>
              <a:rPr/>
              <a:t> 🎉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📎 Appendix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Internet
   ↓
Azure Front Door (CDN + SSL)
   ↓
┌──────────────────┬───────────────────┐
│                  │                   │
Static Web App   App Service      Azure SQL
(React UI)       (.NET API)       (Database)
   ↓                  ↓                ↓
Azure Blob       Hangfire         Email Service
Storage          (Background)     (Gmail SMTP)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Flow</a:t>
            </a:r>
          </a:p>
          <a:p>
            <a:pPr lvl="0" indent="0">
              <a:buNone/>
            </a:pPr>
            <a:r>
              <a:rPr>
                <a:latin typeface="Courier"/>
              </a:rPr>
              <a:t>User Upload
    ↓
API Receives File
    ↓
Save to Blob Storage
    ↓
Enqueue Hangfire Job
    ↓
Download Audio
    ↓
Call Whisper AI (Python)
    ↓
Save Transcript
    ↓
Enqueue Minutes Job
    ↓
Call NLP Engine (Python)
    ↓
Save Minutes + Action Items
    ↓
Update Status to "Ready"
    ↓
User Views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Authentication Flow</a:t>
            </a:r>
          </a:p>
          <a:p>
            <a:pPr lvl="0" indent="0">
              <a:buNone/>
            </a:pPr>
            <a:r>
              <a:rPr>
                <a:latin typeface="Courier"/>
              </a:rPr>
              <a:t>1. Register
   ↓
2. Receive Email Code
   ↓
3. Verify Email
   ↓
4. Account Created
   ↓
5. Login
   ↓
6. Receive JWT Token
   ↓
7. Store in localStorage
   ↓
8. All API calls include token
   ↓
9. Token validated on server
   ↓
10. Access granted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JWT Token Generation (C#)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GenerateJwtToken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 user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claims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Claim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"userId"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ToString</a:t>
            </a:r>
            <a:r>
              <a:rPr>
                <a:solidFill>
                  <a:srgbClr val="666666"/>
                </a:solidFill>
                <a:latin typeface="Courier"/>
              </a:rPr>
              <a:t>()),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Claim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ClaimTypes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Claim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ClaimTypes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FullName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SymmetricSecurityKey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Encoding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UTF8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_jwtSettings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SecretKey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credentials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SigningCredentials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SecurityAlgorithms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HmacSha256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token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JwtSecurityToken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issuer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_jwtSettings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audience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_jwtSettings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Audience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claims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claims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expires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UtcNow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AddDays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signingCredentials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credentials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JwtSecurityTokenHandler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WriteToken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Minutes Extraction (Python)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extract_people_advanced(text):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"""Extract real names from transcript"""</a:t>
            </a:r>
            <a:br/>
            <a:r>
              <a:rPr>
                <a:latin typeface="Courier"/>
              </a:rPr>
              <a:t>    people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text.split()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(words)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word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words[i].strip(</a:t>
            </a:r>
            <a:r>
              <a:rPr>
                <a:solidFill>
                  <a:srgbClr val="4070A0"/>
                </a:solidFill>
                <a:latin typeface="Courier"/>
              </a:rPr>
              <a:t>',:;.!?'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next_word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].lower()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Pattern: "John said", "Sarah will"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(word[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].isupper()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next_word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'said'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'mentioned'</a:t>
            </a:r>
            <a:r>
              <a:rPr>
                <a:latin typeface="Courier"/>
              </a:rPr>
              <a:t>, </a:t>
            </a:r>
            <a:br/>
            <a:r>
              <a:rPr>
                <a:latin typeface="Courier"/>
              </a:rPr>
              <a:t>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'will'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'should'</a:t>
            </a:r>
            <a:r>
              <a:rPr>
                <a:latin typeface="Courier"/>
              </a:rPr>
              <a:t>]):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word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'The'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'This'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        people.append(word)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(people))  </a:t>
            </a:r>
            <a:r>
              <a:rPr i="1">
                <a:solidFill>
                  <a:srgbClr val="60A0B0"/>
                </a:solidFill>
                <a:latin typeface="Courier"/>
              </a:rPr>
              <a:t># Unique names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React File Upload (TypeScript)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handleUpload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(file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File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formData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FormData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formData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append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'audioFile'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file)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uploadAudioFile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meetingId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formData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(progress)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setUploadProgress</a:t>
            </a:r>
            <a:r>
              <a:rPr>
                <a:latin typeface="Courier"/>
              </a:rPr>
              <a:t>(progress)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}</a:t>
            </a:r>
            <a:br/>
            <a:r>
              <a:rPr>
                <a:latin typeface="Courier"/>
              </a:rPr>
              <a:t>    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setStatus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'Transcribing'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showNotification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'Upload successful!'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(error)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showError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'Upload failed'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}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API Response Times (Tested)</a:t>
            </a:r>
          </a:p>
          <a:p>
            <a:pPr lvl="0" indent="0">
              <a:buNone/>
            </a:pPr>
            <a:r>
              <a:rPr>
                <a:latin typeface="Courier"/>
              </a:rPr>
              <a:t>Endpoint                    Avg Time    P95    P99
─────────────────────────────────────────────────
GET /api/meetings            45ms      78ms   120ms
GET /api/meetings/{id}       52ms      85ms   135ms
POST /api/meetings           68ms     110ms   180ms
POST /api/uploads/{id}     [Depends on file size]
GET /api/meetings/{id}/pdf  1.2s     1.8s    2.5s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Database Query Performance</a:t>
            </a:r>
          </a:p>
          <a:p>
            <a:pPr lvl="0" indent="0">
              <a:buNone/>
            </a:pPr>
            <a:r>
              <a:rPr>
                <a:latin typeface="Courier"/>
              </a:rPr>
              <a:t>Query                       Records    Time
────────────────────────────────────────────
Select user meetings          1000    35ms
Select meeting with joins       1    42ms
Insert meeting                  1    18ms
Update action item              1    12ms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 Job Processing</a:t>
            </a:r>
          </a:p>
          <a:p>
            <a:pPr lvl="0" indent="0">
              <a:buNone/>
            </a:pPr>
            <a:r>
              <a:rPr>
                <a:latin typeface="Courier"/>
              </a:rPr>
              <a:t>Task                    Audio Length    Processing Time
──────────────────────────────────────────────────────
Whisper Transcription      30 min         1.2 min
Whisper Transcription      60 min         2.5 min
Minutes Generation         Any            4-6 sec
PDF Export                 Any            1-2 sec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Deployment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Pre-Production Steps</a:t>
            </a:r>
          </a:p>
          <a:p>
            <a:pPr lvl="0"/>
            <a:r>
              <a:rPr/>
              <a:t>☐ Environment variables configured</a:t>
            </a:r>
          </a:p>
          <a:p>
            <a:pPr lvl="0"/>
            <a:r>
              <a:rPr/>
              <a:t>☐ Database backups enabled</a:t>
            </a:r>
          </a:p>
          <a:p>
            <a:pPr lvl="0"/>
            <a:r>
              <a:rPr/>
              <a:t>☐ SSL certificate installed</a:t>
            </a:r>
          </a:p>
          <a:p>
            <a:pPr lvl="0"/>
            <a:r>
              <a:rPr/>
              <a:t>☐ CORS configured for production domain</a:t>
            </a:r>
          </a:p>
          <a:p>
            <a:pPr lvl="0"/>
            <a:r>
              <a:rPr/>
              <a:t>☐ Email SMTP credentials set</a:t>
            </a:r>
          </a:p>
          <a:p>
            <a:pPr lvl="0"/>
            <a:r>
              <a:rPr/>
              <a:t>☐ Azure resources provisioned</a:t>
            </a:r>
          </a:p>
          <a:p>
            <a:pPr lvl="0"/>
            <a:r>
              <a:rPr/>
              <a:t>☐ Monitoring &amp; logging enabled</a:t>
            </a:r>
          </a:p>
          <a:p>
            <a:pPr lvl="0"/>
            <a:r>
              <a:rPr/>
              <a:t>☐ Performance testing completed</a:t>
            </a:r>
          </a:p>
          <a:p>
            <a:pPr lvl="0"/>
            <a:r>
              <a:rPr/>
              <a:t>☐ Security audit passed</a:t>
            </a:r>
          </a:p>
          <a:p>
            <a:pPr lvl="0"/>
            <a:r>
              <a:rPr/>
              <a:t>☐ User acceptance testing done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 Deployment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Build frontend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web</a:t>
            </a:r>
            <a:br/>
            <a:r>
              <a:rPr>
                <a:latin typeface="Courier"/>
              </a:rPr>
              <a:t>npm run build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Publish backend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../api</a:t>
            </a:r>
            <a:br/>
            <a:r>
              <a:rPr>
                <a:latin typeface="Courier"/>
              </a:rPr>
              <a:t>dotnet publish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Release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Deploy to Azure</a:t>
            </a:r>
            <a:br/>
            <a:r>
              <a:rPr>
                <a:latin typeface="Courier"/>
              </a:rPr>
              <a:t>az webapp deploy </a:t>
            </a:r>
            <a:r>
              <a:rPr>
                <a:solidFill>
                  <a:srgbClr val="7D9029"/>
                </a:solidFill>
                <a:latin typeface="Courier"/>
              </a:rPr>
              <a:t>--name</a:t>
            </a:r>
            <a:r>
              <a:rPr>
                <a:latin typeface="Courier"/>
              </a:rPr>
              <a:t> meetmind-api</a:t>
            </a:r>
            <a:br/>
            <a:r>
              <a:rPr>
                <a:latin typeface="Courier"/>
              </a:rPr>
              <a:t>az storage blob upload-batch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Run migrations</a:t>
            </a:r>
            <a:br/>
            <a:r>
              <a:rPr>
                <a:latin typeface="Courier"/>
              </a:rPr>
              <a:t>dotnet ef database update </a:t>
            </a:r>
            <a:r>
              <a:rPr>
                <a:solidFill>
                  <a:srgbClr val="7D9029"/>
                </a:solidFill>
                <a:latin typeface="Courier"/>
              </a:rPr>
              <a:t>--production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Verify deployment</a:t>
            </a:r>
            <a:br/>
            <a:r>
              <a:rPr>
                <a:latin typeface="Courier"/>
              </a:rPr>
              <a:t>curl https://meetmind.com/health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Post-Deployment</a:t>
            </a:r>
          </a:p>
          <a:p>
            <a:pPr lvl="0"/>
            <a:r>
              <a:rPr/>
              <a:t>☐ Smoke tests passed</a:t>
            </a:r>
          </a:p>
          <a:p>
            <a:pPr lvl="0"/>
            <a:r>
              <a:rPr/>
              <a:t>☐ Monitoring alerts configured</a:t>
            </a:r>
          </a:p>
          <a:p>
            <a:pPr lvl="0"/>
            <a:r>
              <a:rPr/>
              <a:t>☐ Backup verification</a:t>
            </a:r>
          </a:p>
          <a:p>
            <a:pPr lvl="0"/>
            <a:r>
              <a:rPr/>
              <a:t>☐ Documentation updated</a:t>
            </a:r>
          </a:p>
          <a:p>
            <a:pPr lvl="0"/>
            <a:r>
              <a:rPr/>
              <a:t>☐ Team training completed</a:t>
            </a:r>
          </a:p>
          <a:p>
            <a:pPr lvl="0"/>
            <a:r>
              <a:rPr/>
              <a:t>☐ Support channels ready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Official Documentation</a:t>
            </a:r>
          </a:p>
          <a:p>
            <a:pPr lvl="0"/>
            <a:r>
              <a:rPr b="1"/>
              <a:t>.NET Documentation</a:t>
            </a:r>
            <a:r>
              <a:rPr/>
              <a:t>: https://docs.microsoft.com/dotnet</a:t>
            </a:r>
          </a:p>
          <a:p>
            <a:pPr lvl="0"/>
            <a:r>
              <a:rPr b="1"/>
              <a:t>React Documentation</a:t>
            </a:r>
            <a:r>
              <a:rPr/>
              <a:t>: https://react.dev</a:t>
            </a:r>
          </a:p>
          <a:p>
            <a:pPr lvl="0"/>
            <a:r>
              <a:rPr b="1"/>
              <a:t>Whisper AI</a:t>
            </a:r>
            <a:r>
              <a:rPr/>
              <a:t>: https://github.com/openai/whisper</a:t>
            </a:r>
          </a:p>
          <a:p>
            <a:pPr lvl="0"/>
            <a:r>
              <a:rPr b="1"/>
              <a:t>Azure Blob Storage</a:t>
            </a:r>
            <a:r>
              <a:rPr/>
              <a:t>: https://docs.microsoft.com/azure/storage</a:t>
            </a:r>
          </a:p>
          <a:p>
            <a:pPr lvl="0"/>
            <a:r>
              <a:rPr b="1"/>
              <a:t>Hangfire</a:t>
            </a:r>
            <a:r>
              <a:rPr/>
              <a:t>: https://docs.hangfire.io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Learning Resources</a:t>
            </a:r>
          </a:p>
          <a:p>
            <a:pPr lvl="0"/>
            <a:r>
              <a:rPr b="1"/>
              <a:t>Entity Framework Core</a:t>
            </a:r>
            <a:r>
              <a:rPr/>
              <a:t>: https://docs.microsoft.com/ef/core</a:t>
            </a:r>
          </a:p>
          <a:p>
            <a:pPr lvl="0"/>
            <a:r>
              <a:rPr b="1"/>
              <a:t>JWT Authentication</a:t>
            </a:r>
            <a:r>
              <a:rPr/>
              <a:t>: https://jwt.io/introduction</a:t>
            </a:r>
          </a:p>
          <a:p>
            <a:pPr lvl="0"/>
            <a:r>
              <a:rPr b="1"/>
              <a:t>React TypeScript</a:t>
            </a:r>
            <a:r>
              <a:rPr/>
              <a:t>: https://react-typescript-cheatsheet.netlify.app</a:t>
            </a:r>
          </a:p>
          <a:p>
            <a:pPr lvl="0"/>
            <a:r>
              <a:rPr b="1"/>
              <a:t>Azure Architecture</a:t>
            </a:r>
            <a:r>
              <a:rPr/>
              <a:t>: https://docs.microsoft.com/azure/architecture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Tools Used</a:t>
            </a:r>
          </a:p>
          <a:p>
            <a:pPr lvl="0"/>
            <a:r>
              <a:rPr b="1"/>
              <a:t>VS Code</a:t>
            </a:r>
            <a:r>
              <a:rPr/>
              <a:t>: Primary IDE</a:t>
            </a:r>
          </a:p>
          <a:p>
            <a:pPr lvl="0"/>
            <a:r>
              <a:rPr b="1"/>
              <a:t>Postman</a:t>
            </a:r>
            <a:r>
              <a:rPr/>
              <a:t>: API testing</a:t>
            </a:r>
          </a:p>
          <a:p>
            <a:pPr lvl="0"/>
            <a:r>
              <a:rPr b="1"/>
              <a:t>Azure Data Studio</a:t>
            </a:r>
            <a:r>
              <a:rPr/>
              <a:t>: Database management</a:t>
            </a:r>
          </a:p>
          <a:p>
            <a:pPr lvl="0"/>
            <a:r>
              <a:rPr b="1"/>
              <a:t>Docker Desktop</a:t>
            </a:r>
            <a:r>
              <a:rPr/>
              <a:t>: Local development</a:t>
            </a:r>
          </a:p>
          <a:p>
            <a:pPr lvl="0"/>
            <a:r>
              <a:rPr b="1"/>
              <a:t>GitHub</a:t>
            </a:r>
            <a:r>
              <a:rPr/>
              <a:t>: Version control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Presentation</a:t>
            </a:r>
          </a:p>
          <a:p>
            <a:pPr lvl="0" indent="0" marL="0">
              <a:buNone/>
            </a:pPr>
            <a:r>
              <a:rPr b="1"/>
              <a:t>MeetMind</a:t>
            </a:r>
            <a:r>
              <a:rPr/>
              <a:t> - Transforming meetings into actionable intelligence 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2025-10-29T13:18:13Z</dcterms:created>
  <dcterms:modified xsi:type="dcterms:W3CDTF">2025-10-29T13:18:13Z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